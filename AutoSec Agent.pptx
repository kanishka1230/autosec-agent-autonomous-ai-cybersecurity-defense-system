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62AC0-18F0-4DA4-8526-A1B62CEE7500}" v="2" dt="2026-03-13T17:30:44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shka Sarangdhar" userId="1281319676cc4ca8" providerId="LiveId" clId="{DB7A9802-9A3F-452D-8295-37239066C866}"/>
    <pc:docChg chg="undo custSel modSld">
      <pc:chgData name="Kanishka Sarangdhar" userId="1281319676cc4ca8" providerId="LiveId" clId="{DB7A9802-9A3F-452D-8295-37239066C866}" dt="2026-03-13T17:31:31.880" v="96" actId="26606"/>
      <pc:docMkLst>
        <pc:docMk/>
      </pc:docMkLst>
      <pc:sldChg chg="addSp delSp modSp mod setBg addAnim delAnim">
        <pc:chgData name="Kanishka Sarangdhar" userId="1281319676cc4ca8" providerId="LiveId" clId="{DB7A9802-9A3F-452D-8295-37239066C866}" dt="2026-03-13T17:31:31.880" v="96" actId="26606"/>
        <pc:sldMkLst>
          <pc:docMk/>
          <pc:sldMk cId="1098673502" sldId="273"/>
        </pc:sldMkLst>
        <pc:spChg chg="mod">
          <ac:chgData name="Kanishka Sarangdhar" userId="1281319676cc4ca8" providerId="LiveId" clId="{DB7A9802-9A3F-452D-8295-37239066C866}" dt="2026-03-13T17:31:31.880" v="96" actId="26606"/>
          <ac:spMkLst>
            <pc:docMk/>
            <pc:sldMk cId="1098673502" sldId="273"/>
            <ac:spMk id="2" creationId="{4CB545AD-1CDB-846C-4DB5-2EA10CA10CF7}"/>
          </ac:spMkLst>
        </pc:spChg>
        <pc:spChg chg="mod">
          <ac:chgData name="Kanishka Sarangdhar" userId="1281319676cc4ca8" providerId="LiveId" clId="{DB7A9802-9A3F-452D-8295-37239066C866}" dt="2026-03-13T17:31:31.880" v="96" actId="26606"/>
          <ac:spMkLst>
            <pc:docMk/>
            <pc:sldMk cId="1098673502" sldId="273"/>
            <ac:spMk id="3" creationId="{8DF9D997-9127-CAA5-0707-6BBEF9F0BBE5}"/>
          </ac:spMkLst>
        </pc:spChg>
        <pc:spChg chg="add del">
          <ac:chgData name="Kanishka Sarangdhar" userId="1281319676cc4ca8" providerId="LiveId" clId="{DB7A9802-9A3F-452D-8295-37239066C866}" dt="2026-03-13T17:31:31.855" v="95" actId="26606"/>
          <ac:spMkLst>
            <pc:docMk/>
            <pc:sldMk cId="1098673502" sldId="273"/>
            <ac:spMk id="8" creationId="{BAD76F3E-3A97-486B-B402-44400A8B9173}"/>
          </ac:spMkLst>
        </pc:spChg>
        <pc:spChg chg="add del">
          <ac:chgData name="Kanishka Sarangdhar" userId="1281319676cc4ca8" providerId="LiveId" clId="{DB7A9802-9A3F-452D-8295-37239066C866}" dt="2026-03-13T17:31:31.855" v="95" actId="26606"/>
          <ac:spMkLst>
            <pc:docMk/>
            <pc:sldMk cId="1098673502" sldId="273"/>
            <ac:spMk id="10" creationId="{391F6B52-91F4-4AEB-B6DB-29FEBCF28C8B}"/>
          </ac:spMkLst>
        </pc:spChg>
        <pc:spChg chg="add del">
          <ac:chgData name="Kanishka Sarangdhar" userId="1281319676cc4ca8" providerId="LiveId" clId="{DB7A9802-9A3F-452D-8295-37239066C866}" dt="2026-03-13T17:31:31.855" v="95" actId="26606"/>
          <ac:spMkLst>
            <pc:docMk/>
            <pc:sldMk cId="1098673502" sldId="273"/>
            <ac:spMk id="12" creationId="{2CD6F061-7C53-44F4-9794-953DB70A451B}"/>
          </ac:spMkLst>
        </pc:spChg>
        <pc:spChg chg="add">
          <ac:chgData name="Kanishka Sarangdhar" userId="1281319676cc4ca8" providerId="LiveId" clId="{DB7A9802-9A3F-452D-8295-37239066C866}" dt="2026-03-13T17:31:31.880" v="96" actId="26606"/>
          <ac:spMkLst>
            <pc:docMk/>
            <pc:sldMk cId="1098673502" sldId="273"/>
            <ac:spMk id="14" creationId="{943CAA20-3569-4189-9E48-239A229A86CA}"/>
          </ac:spMkLst>
        </pc:spChg>
        <pc:spChg chg="add">
          <ac:chgData name="Kanishka Sarangdhar" userId="1281319676cc4ca8" providerId="LiveId" clId="{DB7A9802-9A3F-452D-8295-37239066C866}" dt="2026-03-13T17:31:31.880" v="96" actId="26606"/>
          <ac:spMkLst>
            <pc:docMk/>
            <pc:sldMk cId="1098673502" sldId="273"/>
            <ac:spMk id="15" creationId="{DA542B6D-E775-4832-91DC-2D20F857813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83AF7-5BCA-47A8-AA50-792C17E175E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E44BF5-A7FF-4B6E-8D41-CCC543160B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 Logs            Data Preprocessing             Feature Engineering         </a:t>
          </a:r>
        </a:p>
      </dgm:t>
    </dgm:pt>
    <dgm:pt modelId="{195A46CC-8DA5-4385-913B-BF3846B1FAFC}" type="parTrans" cxnId="{67379DB9-BC5F-4753-B5EB-4B4833985427}">
      <dgm:prSet/>
      <dgm:spPr/>
      <dgm:t>
        <a:bodyPr/>
        <a:lstStyle/>
        <a:p>
          <a:endParaRPr lang="en-US"/>
        </a:p>
      </dgm:t>
    </dgm:pt>
    <dgm:pt modelId="{35D2A048-93C0-4F92-9B5B-E9C339294324}" type="sibTrans" cxnId="{67379DB9-BC5F-4753-B5EB-4B4833985427}">
      <dgm:prSet/>
      <dgm:spPr/>
      <dgm:t>
        <a:bodyPr/>
        <a:lstStyle/>
        <a:p>
          <a:endParaRPr lang="en-US"/>
        </a:p>
      </dgm:t>
    </dgm:pt>
    <dgm:pt modelId="{1B87DA3A-19A1-4414-9D02-38FBC53067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Agentic AI            Threat Detection            Machine Learning Model  Decision Engine </a:t>
          </a:r>
        </a:p>
      </dgm:t>
    </dgm:pt>
    <dgm:pt modelId="{9D2F49D4-F40B-4C21-8189-05C45E3B295D}" type="parTrans" cxnId="{FFD8F6C4-76B4-4CE5-A543-BEADE34EACDC}">
      <dgm:prSet/>
      <dgm:spPr/>
      <dgm:t>
        <a:bodyPr/>
        <a:lstStyle/>
        <a:p>
          <a:endParaRPr lang="en-US"/>
        </a:p>
      </dgm:t>
    </dgm:pt>
    <dgm:pt modelId="{5A8C9A2F-28A7-4293-A93B-6C4D9B79EB0F}" type="sibTrans" cxnId="{FFD8F6C4-76B4-4CE5-A543-BEADE34EACDC}">
      <dgm:prSet/>
      <dgm:spPr/>
      <dgm:t>
        <a:bodyPr/>
        <a:lstStyle/>
        <a:p>
          <a:endParaRPr lang="en-US"/>
        </a:p>
      </dgm:t>
    </dgm:pt>
    <dgm:pt modelId="{6D6F656F-D626-4318-B419-3FC0640A03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Autonomous Response</a:t>
          </a:r>
        </a:p>
      </dgm:t>
    </dgm:pt>
    <dgm:pt modelId="{4CDDBA65-75CF-4190-9D69-CA375FB2F968}" type="parTrans" cxnId="{F5DDADF5-8B62-48CD-ABF6-5EFC15A201C2}">
      <dgm:prSet/>
      <dgm:spPr/>
      <dgm:t>
        <a:bodyPr/>
        <a:lstStyle/>
        <a:p>
          <a:endParaRPr lang="en-US"/>
        </a:p>
      </dgm:t>
    </dgm:pt>
    <dgm:pt modelId="{F87E544E-8557-4EDD-9070-5C4EAFFCB718}" type="sibTrans" cxnId="{F5DDADF5-8B62-48CD-ABF6-5EFC15A201C2}">
      <dgm:prSet/>
      <dgm:spPr/>
      <dgm:t>
        <a:bodyPr/>
        <a:lstStyle/>
        <a:p>
          <a:endParaRPr lang="en-US"/>
        </a:p>
      </dgm:t>
    </dgm:pt>
    <dgm:pt modelId="{20B24A67-D406-4435-8124-769682778B5D}" type="pres">
      <dgm:prSet presAssocID="{A8B83AF7-5BCA-47A8-AA50-792C17E175EB}" presName="root" presStyleCnt="0">
        <dgm:presLayoutVars>
          <dgm:dir/>
          <dgm:resizeHandles val="exact"/>
        </dgm:presLayoutVars>
      </dgm:prSet>
      <dgm:spPr/>
    </dgm:pt>
    <dgm:pt modelId="{CD80B86A-3D77-4A26-9D8E-3906F8EF3F58}" type="pres">
      <dgm:prSet presAssocID="{FBE44BF5-A7FF-4B6E-8D41-CCC543160B9D}" presName="compNode" presStyleCnt="0"/>
      <dgm:spPr/>
    </dgm:pt>
    <dgm:pt modelId="{FC7EEFA1-45D7-4D1C-98EC-AA3CB1B013AC}" type="pres">
      <dgm:prSet presAssocID="{FBE44BF5-A7FF-4B6E-8D41-CCC543160B9D}" presName="bgRect" presStyleLbl="bgShp" presStyleIdx="0" presStyleCnt="3" custLinFactNeighborX="-1220" custLinFactNeighborY="4717"/>
      <dgm:spPr/>
    </dgm:pt>
    <dgm:pt modelId="{7B97210A-2ADF-40AD-BE79-FBD60BA54A2E}" type="pres">
      <dgm:prSet presAssocID="{FBE44BF5-A7FF-4B6E-8D41-CCC543160B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D3DA91-0DAB-4754-A87D-231021F036E5}" type="pres">
      <dgm:prSet presAssocID="{FBE44BF5-A7FF-4B6E-8D41-CCC543160B9D}" presName="spaceRect" presStyleCnt="0"/>
      <dgm:spPr/>
    </dgm:pt>
    <dgm:pt modelId="{6267F4D0-C0BD-40AD-ABE1-7898BB778218}" type="pres">
      <dgm:prSet presAssocID="{FBE44BF5-A7FF-4B6E-8D41-CCC543160B9D}" presName="parTx" presStyleLbl="revTx" presStyleIdx="0" presStyleCnt="3">
        <dgm:presLayoutVars>
          <dgm:chMax val="0"/>
          <dgm:chPref val="0"/>
        </dgm:presLayoutVars>
      </dgm:prSet>
      <dgm:spPr/>
    </dgm:pt>
    <dgm:pt modelId="{3A4757A4-2115-4174-8C19-9F096083C0D6}" type="pres">
      <dgm:prSet presAssocID="{35D2A048-93C0-4F92-9B5B-E9C339294324}" presName="sibTrans" presStyleCnt="0"/>
      <dgm:spPr/>
    </dgm:pt>
    <dgm:pt modelId="{B49054A2-A62F-4B87-AEFD-6B80DF1CE1D6}" type="pres">
      <dgm:prSet presAssocID="{1B87DA3A-19A1-4414-9D02-38FBC530670B}" presName="compNode" presStyleCnt="0"/>
      <dgm:spPr/>
    </dgm:pt>
    <dgm:pt modelId="{833FDC27-8CCF-4923-BD3B-5BF1A9738F22}" type="pres">
      <dgm:prSet presAssocID="{1B87DA3A-19A1-4414-9D02-38FBC530670B}" presName="bgRect" presStyleLbl="bgShp" presStyleIdx="1" presStyleCnt="3"/>
      <dgm:spPr/>
    </dgm:pt>
    <dgm:pt modelId="{428FEE68-F9D1-4B07-8A0D-DA93F7DEFCBB}" type="pres">
      <dgm:prSet presAssocID="{1B87DA3A-19A1-4414-9D02-38FBC53067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F03E8BA-BFFB-4999-813B-760F84DFB268}" type="pres">
      <dgm:prSet presAssocID="{1B87DA3A-19A1-4414-9D02-38FBC530670B}" presName="spaceRect" presStyleCnt="0"/>
      <dgm:spPr/>
    </dgm:pt>
    <dgm:pt modelId="{C68E7DE5-2291-4E4F-A123-FFEEDAAC57D5}" type="pres">
      <dgm:prSet presAssocID="{1B87DA3A-19A1-4414-9D02-38FBC530670B}" presName="parTx" presStyleLbl="revTx" presStyleIdx="1" presStyleCnt="3">
        <dgm:presLayoutVars>
          <dgm:chMax val="0"/>
          <dgm:chPref val="0"/>
        </dgm:presLayoutVars>
      </dgm:prSet>
      <dgm:spPr/>
    </dgm:pt>
    <dgm:pt modelId="{EFB66E6D-CFC9-4738-B267-C08483C69B28}" type="pres">
      <dgm:prSet presAssocID="{5A8C9A2F-28A7-4293-A93B-6C4D9B79EB0F}" presName="sibTrans" presStyleCnt="0"/>
      <dgm:spPr/>
    </dgm:pt>
    <dgm:pt modelId="{E3F20E99-F200-41C7-AF35-728AD7A94EA3}" type="pres">
      <dgm:prSet presAssocID="{6D6F656F-D626-4318-B419-3FC0640A0366}" presName="compNode" presStyleCnt="0"/>
      <dgm:spPr/>
    </dgm:pt>
    <dgm:pt modelId="{979250BD-95D3-437C-BC9D-7F075B7C16D8}" type="pres">
      <dgm:prSet presAssocID="{6D6F656F-D626-4318-B419-3FC0640A0366}" presName="bgRect" presStyleLbl="bgShp" presStyleIdx="2" presStyleCnt="3"/>
      <dgm:spPr/>
    </dgm:pt>
    <dgm:pt modelId="{6D5F1E3F-81E9-46E8-9F94-86766F7A278D}" type="pres">
      <dgm:prSet presAssocID="{6D6F656F-D626-4318-B419-3FC0640A03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36A7742C-A7ED-4734-9E3B-CF127E3B4FE4}" type="pres">
      <dgm:prSet presAssocID="{6D6F656F-D626-4318-B419-3FC0640A0366}" presName="spaceRect" presStyleCnt="0"/>
      <dgm:spPr/>
    </dgm:pt>
    <dgm:pt modelId="{63D58AD5-0874-4659-A56B-CDAC61B00E97}" type="pres">
      <dgm:prSet presAssocID="{6D6F656F-D626-4318-B419-3FC0640A036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6C8E05-D59E-49CD-9458-004D7C7732BA}" type="presOf" srcId="{A8B83AF7-5BCA-47A8-AA50-792C17E175EB}" destId="{20B24A67-D406-4435-8124-769682778B5D}" srcOrd="0" destOrd="0" presId="urn:microsoft.com/office/officeart/2018/2/layout/IconVerticalSolidList"/>
    <dgm:cxn modelId="{799FBE66-6AB7-4580-BDF8-FB72D9DF1C35}" type="presOf" srcId="{6D6F656F-D626-4318-B419-3FC0640A0366}" destId="{63D58AD5-0874-4659-A56B-CDAC61B00E97}" srcOrd="0" destOrd="0" presId="urn:microsoft.com/office/officeart/2018/2/layout/IconVerticalSolidList"/>
    <dgm:cxn modelId="{DF12F24D-785B-4922-8A8E-7A8F2D38E37F}" type="presOf" srcId="{FBE44BF5-A7FF-4B6E-8D41-CCC543160B9D}" destId="{6267F4D0-C0BD-40AD-ABE1-7898BB778218}" srcOrd="0" destOrd="0" presId="urn:microsoft.com/office/officeart/2018/2/layout/IconVerticalSolidList"/>
    <dgm:cxn modelId="{61A114B7-CEA9-4D57-8DC8-133CC9D3F0FF}" type="presOf" srcId="{1B87DA3A-19A1-4414-9D02-38FBC530670B}" destId="{C68E7DE5-2291-4E4F-A123-FFEEDAAC57D5}" srcOrd="0" destOrd="0" presId="urn:microsoft.com/office/officeart/2018/2/layout/IconVerticalSolidList"/>
    <dgm:cxn modelId="{67379DB9-BC5F-4753-B5EB-4B4833985427}" srcId="{A8B83AF7-5BCA-47A8-AA50-792C17E175EB}" destId="{FBE44BF5-A7FF-4B6E-8D41-CCC543160B9D}" srcOrd="0" destOrd="0" parTransId="{195A46CC-8DA5-4385-913B-BF3846B1FAFC}" sibTransId="{35D2A048-93C0-4F92-9B5B-E9C339294324}"/>
    <dgm:cxn modelId="{FFD8F6C4-76B4-4CE5-A543-BEADE34EACDC}" srcId="{A8B83AF7-5BCA-47A8-AA50-792C17E175EB}" destId="{1B87DA3A-19A1-4414-9D02-38FBC530670B}" srcOrd="1" destOrd="0" parTransId="{9D2F49D4-F40B-4C21-8189-05C45E3B295D}" sibTransId="{5A8C9A2F-28A7-4293-A93B-6C4D9B79EB0F}"/>
    <dgm:cxn modelId="{F5DDADF5-8B62-48CD-ABF6-5EFC15A201C2}" srcId="{A8B83AF7-5BCA-47A8-AA50-792C17E175EB}" destId="{6D6F656F-D626-4318-B419-3FC0640A0366}" srcOrd="2" destOrd="0" parTransId="{4CDDBA65-75CF-4190-9D69-CA375FB2F968}" sibTransId="{F87E544E-8557-4EDD-9070-5C4EAFFCB718}"/>
    <dgm:cxn modelId="{7A55ED14-292E-4B6B-A5BA-4A73B27C7CAF}" type="presParOf" srcId="{20B24A67-D406-4435-8124-769682778B5D}" destId="{CD80B86A-3D77-4A26-9D8E-3906F8EF3F58}" srcOrd="0" destOrd="0" presId="urn:microsoft.com/office/officeart/2018/2/layout/IconVerticalSolidList"/>
    <dgm:cxn modelId="{AD43FBA2-B46D-4EF9-AD5E-5E7EDE3C4227}" type="presParOf" srcId="{CD80B86A-3D77-4A26-9D8E-3906F8EF3F58}" destId="{FC7EEFA1-45D7-4D1C-98EC-AA3CB1B013AC}" srcOrd="0" destOrd="0" presId="urn:microsoft.com/office/officeart/2018/2/layout/IconVerticalSolidList"/>
    <dgm:cxn modelId="{FDB9C34E-8EF7-48D7-BAF3-1D9BA8092E2C}" type="presParOf" srcId="{CD80B86A-3D77-4A26-9D8E-3906F8EF3F58}" destId="{7B97210A-2ADF-40AD-BE79-FBD60BA54A2E}" srcOrd="1" destOrd="0" presId="urn:microsoft.com/office/officeart/2018/2/layout/IconVerticalSolidList"/>
    <dgm:cxn modelId="{9A2B64AD-5F48-4A70-8F7C-9FB235B24FF1}" type="presParOf" srcId="{CD80B86A-3D77-4A26-9D8E-3906F8EF3F58}" destId="{12D3DA91-0DAB-4754-A87D-231021F036E5}" srcOrd="2" destOrd="0" presId="urn:microsoft.com/office/officeart/2018/2/layout/IconVerticalSolidList"/>
    <dgm:cxn modelId="{5125BA41-7654-4435-8228-9342B3CD513B}" type="presParOf" srcId="{CD80B86A-3D77-4A26-9D8E-3906F8EF3F58}" destId="{6267F4D0-C0BD-40AD-ABE1-7898BB778218}" srcOrd="3" destOrd="0" presId="urn:microsoft.com/office/officeart/2018/2/layout/IconVerticalSolidList"/>
    <dgm:cxn modelId="{AD2C5B52-1336-4DD6-BA93-C41976B06C2E}" type="presParOf" srcId="{20B24A67-D406-4435-8124-769682778B5D}" destId="{3A4757A4-2115-4174-8C19-9F096083C0D6}" srcOrd="1" destOrd="0" presId="urn:microsoft.com/office/officeart/2018/2/layout/IconVerticalSolidList"/>
    <dgm:cxn modelId="{52D4C3D8-49F1-4982-B3AC-5072BD74FDFC}" type="presParOf" srcId="{20B24A67-D406-4435-8124-769682778B5D}" destId="{B49054A2-A62F-4B87-AEFD-6B80DF1CE1D6}" srcOrd="2" destOrd="0" presId="urn:microsoft.com/office/officeart/2018/2/layout/IconVerticalSolidList"/>
    <dgm:cxn modelId="{2F9D1ADB-E73E-43E9-9A5E-602320A27DC9}" type="presParOf" srcId="{B49054A2-A62F-4B87-AEFD-6B80DF1CE1D6}" destId="{833FDC27-8CCF-4923-BD3B-5BF1A9738F22}" srcOrd="0" destOrd="0" presId="urn:microsoft.com/office/officeart/2018/2/layout/IconVerticalSolidList"/>
    <dgm:cxn modelId="{2D2B76F4-BA63-4436-A291-D827EBCC914D}" type="presParOf" srcId="{B49054A2-A62F-4B87-AEFD-6B80DF1CE1D6}" destId="{428FEE68-F9D1-4B07-8A0D-DA93F7DEFCBB}" srcOrd="1" destOrd="0" presId="urn:microsoft.com/office/officeart/2018/2/layout/IconVerticalSolidList"/>
    <dgm:cxn modelId="{DA66F9A6-231B-4191-BE52-F18DDB2BF331}" type="presParOf" srcId="{B49054A2-A62F-4B87-AEFD-6B80DF1CE1D6}" destId="{2F03E8BA-BFFB-4999-813B-760F84DFB268}" srcOrd="2" destOrd="0" presId="urn:microsoft.com/office/officeart/2018/2/layout/IconVerticalSolidList"/>
    <dgm:cxn modelId="{4D22FA1F-CD3D-4D58-AD91-FC27317D0B32}" type="presParOf" srcId="{B49054A2-A62F-4B87-AEFD-6B80DF1CE1D6}" destId="{C68E7DE5-2291-4E4F-A123-FFEEDAAC57D5}" srcOrd="3" destOrd="0" presId="urn:microsoft.com/office/officeart/2018/2/layout/IconVerticalSolidList"/>
    <dgm:cxn modelId="{274CB707-8DD3-4A66-930A-1079356AB1AA}" type="presParOf" srcId="{20B24A67-D406-4435-8124-769682778B5D}" destId="{EFB66E6D-CFC9-4738-B267-C08483C69B28}" srcOrd="3" destOrd="0" presId="urn:microsoft.com/office/officeart/2018/2/layout/IconVerticalSolidList"/>
    <dgm:cxn modelId="{10D3CBE8-0A1A-4A5F-A9FD-3D6A6D0FB34F}" type="presParOf" srcId="{20B24A67-D406-4435-8124-769682778B5D}" destId="{E3F20E99-F200-41C7-AF35-728AD7A94EA3}" srcOrd="4" destOrd="0" presId="urn:microsoft.com/office/officeart/2018/2/layout/IconVerticalSolidList"/>
    <dgm:cxn modelId="{E2C448D5-12F6-4C34-9D7C-80FF9BA1D08F}" type="presParOf" srcId="{E3F20E99-F200-41C7-AF35-728AD7A94EA3}" destId="{979250BD-95D3-437C-BC9D-7F075B7C16D8}" srcOrd="0" destOrd="0" presId="urn:microsoft.com/office/officeart/2018/2/layout/IconVerticalSolidList"/>
    <dgm:cxn modelId="{1C64801F-EBF9-45D9-9317-95FFD90E3307}" type="presParOf" srcId="{E3F20E99-F200-41C7-AF35-728AD7A94EA3}" destId="{6D5F1E3F-81E9-46E8-9F94-86766F7A278D}" srcOrd="1" destOrd="0" presId="urn:microsoft.com/office/officeart/2018/2/layout/IconVerticalSolidList"/>
    <dgm:cxn modelId="{B9B30F38-B815-41A2-B890-3EA4A83B6844}" type="presParOf" srcId="{E3F20E99-F200-41C7-AF35-728AD7A94EA3}" destId="{36A7742C-A7ED-4734-9E3B-CF127E3B4FE4}" srcOrd="2" destOrd="0" presId="urn:microsoft.com/office/officeart/2018/2/layout/IconVerticalSolidList"/>
    <dgm:cxn modelId="{E51DB123-7BBB-4851-83F9-ADD2AB0EE1D7}" type="presParOf" srcId="{E3F20E99-F200-41C7-AF35-728AD7A94EA3}" destId="{63D58AD5-0874-4659-A56B-CDAC61B00E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FB719B-BD97-444B-968F-E7EDBF89F77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3F8FBE-5CDF-4AEB-9BB6-B54F20B9DE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Monitor Network Traffic        Detect Threat       Analyze Pattern </a:t>
          </a:r>
          <a:br>
            <a:rPr lang="en-US" dirty="0"/>
          </a:br>
          <a:r>
            <a:rPr lang="en-US" dirty="0"/>
            <a:t> </a:t>
          </a:r>
        </a:p>
      </dgm:t>
    </dgm:pt>
    <dgm:pt modelId="{A9CB6986-038F-4AA5-99D5-8F3558AF11B3}" type="parTrans" cxnId="{8C314E56-BB1E-43BE-898C-204832B6BD9C}">
      <dgm:prSet/>
      <dgm:spPr/>
      <dgm:t>
        <a:bodyPr/>
        <a:lstStyle/>
        <a:p>
          <a:endParaRPr lang="en-US"/>
        </a:p>
      </dgm:t>
    </dgm:pt>
    <dgm:pt modelId="{7604B6F1-9ACA-4C6C-BA67-1E7984E2F19E}" type="sibTrans" cxnId="{8C314E56-BB1E-43BE-898C-204832B6BD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246013-AF42-45DA-8648-CADCA92F28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Respond Automatically            Decide Action </a:t>
          </a:r>
        </a:p>
      </dgm:t>
    </dgm:pt>
    <dgm:pt modelId="{D0D208EB-EFB3-4327-828B-DE820872FCD6}" type="parTrans" cxnId="{93DE594F-3428-4587-8BE6-6B5FD18EBA2D}">
      <dgm:prSet/>
      <dgm:spPr/>
      <dgm:t>
        <a:bodyPr/>
        <a:lstStyle/>
        <a:p>
          <a:endParaRPr lang="en-US"/>
        </a:p>
      </dgm:t>
    </dgm:pt>
    <dgm:pt modelId="{AACCDADC-8EA2-4760-B6D5-19929B1B204B}" type="sibTrans" cxnId="{93DE594F-3428-4587-8BE6-6B5FD18EBA2D}">
      <dgm:prSet/>
      <dgm:spPr/>
      <dgm:t>
        <a:bodyPr/>
        <a:lstStyle/>
        <a:p>
          <a:endParaRPr lang="en-US"/>
        </a:p>
      </dgm:t>
    </dgm:pt>
    <dgm:pt modelId="{90521C3D-5FF9-4033-8A6F-1D2832A07AFC}" type="pres">
      <dgm:prSet presAssocID="{47FB719B-BD97-444B-968F-E7EDBF89F771}" presName="root" presStyleCnt="0">
        <dgm:presLayoutVars>
          <dgm:dir/>
          <dgm:resizeHandles val="exact"/>
        </dgm:presLayoutVars>
      </dgm:prSet>
      <dgm:spPr/>
    </dgm:pt>
    <dgm:pt modelId="{1F8970E8-FFE5-44D0-AE43-EB6C9E12BAA3}" type="pres">
      <dgm:prSet presAssocID="{47FB719B-BD97-444B-968F-E7EDBF89F771}" presName="container" presStyleCnt="0">
        <dgm:presLayoutVars>
          <dgm:dir/>
          <dgm:resizeHandles val="exact"/>
        </dgm:presLayoutVars>
      </dgm:prSet>
      <dgm:spPr/>
    </dgm:pt>
    <dgm:pt modelId="{DA02035B-841B-4C51-A7E2-A3CB4EC38E3F}" type="pres">
      <dgm:prSet presAssocID="{2B3F8FBE-5CDF-4AEB-9BB6-B54F20B9DEA9}" presName="compNode" presStyleCnt="0"/>
      <dgm:spPr/>
    </dgm:pt>
    <dgm:pt modelId="{F840BA0D-36FA-48B6-A21A-B849BD1788EF}" type="pres">
      <dgm:prSet presAssocID="{2B3F8FBE-5CDF-4AEB-9BB6-B54F20B9DEA9}" presName="iconBgRect" presStyleLbl="bgShp" presStyleIdx="0" presStyleCnt="2"/>
      <dgm:spPr/>
    </dgm:pt>
    <dgm:pt modelId="{2EB85C94-2381-4706-AFDB-FE1E1DEB5FAF}" type="pres">
      <dgm:prSet presAssocID="{2B3F8FBE-5CDF-4AEB-9BB6-B54F20B9DE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9D2F93F-DFE5-4350-8DC9-B87CD58292FD}" type="pres">
      <dgm:prSet presAssocID="{2B3F8FBE-5CDF-4AEB-9BB6-B54F20B9DEA9}" presName="spaceRect" presStyleCnt="0"/>
      <dgm:spPr/>
    </dgm:pt>
    <dgm:pt modelId="{C3493F35-4135-4023-A23F-22665B20C182}" type="pres">
      <dgm:prSet presAssocID="{2B3F8FBE-5CDF-4AEB-9BB6-B54F20B9DEA9}" presName="textRect" presStyleLbl="revTx" presStyleIdx="0" presStyleCnt="2">
        <dgm:presLayoutVars>
          <dgm:chMax val="1"/>
          <dgm:chPref val="1"/>
        </dgm:presLayoutVars>
      </dgm:prSet>
      <dgm:spPr/>
    </dgm:pt>
    <dgm:pt modelId="{E5E3B4DA-752A-4C30-84EF-03CD3FEFECC3}" type="pres">
      <dgm:prSet presAssocID="{7604B6F1-9ACA-4C6C-BA67-1E7984E2F19E}" presName="sibTrans" presStyleLbl="sibTrans2D1" presStyleIdx="0" presStyleCnt="0"/>
      <dgm:spPr/>
    </dgm:pt>
    <dgm:pt modelId="{2DC52453-0C72-46FE-9AA8-85074D703901}" type="pres">
      <dgm:prSet presAssocID="{2B246013-AF42-45DA-8648-CADCA92F28AA}" presName="compNode" presStyleCnt="0"/>
      <dgm:spPr/>
    </dgm:pt>
    <dgm:pt modelId="{5CE43C5E-2268-4FCC-BBF0-7D69F31DD667}" type="pres">
      <dgm:prSet presAssocID="{2B246013-AF42-45DA-8648-CADCA92F28AA}" presName="iconBgRect" presStyleLbl="bgShp" presStyleIdx="1" presStyleCnt="2"/>
      <dgm:spPr/>
    </dgm:pt>
    <dgm:pt modelId="{D360F272-624C-44CC-A427-1BCF0BA490DB}" type="pres">
      <dgm:prSet presAssocID="{2B246013-AF42-45DA-8648-CADCA92F28A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7AB492C-65E2-4FBF-9881-6BDEA6402935}" type="pres">
      <dgm:prSet presAssocID="{2B246013-AF42-45DA-8648-CADCA92F28AA}" presName="spaceRect" presStyleCnt="0"/>
      <dgm:spPr/>
    </dgm:pt>
    <dgm:pt modelId="{59D9F388-B495-4E32-9E85-1BF1BFD0A2BB}" type="pres">
      <dgm:prSet presAssocID="{2B246013-AF42-45DA-8648-CADCA92F28A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3DE594F-3428-4587-8BE6-6B5FD18EBA2D}" srcId="{47FB719B-BD97-444B-968F-E7EDBF89F771}" destId="{2B246013-AF42-45DA-8648-CADCA92F28AA}" srcOrd="1" destOrd="0" parTransId="{D0D208EB-EFB3-4327-828B-DE820872FCD6}" sibTransId="{AACCDADC-8EA2-4760-B6D5-19929B1B204B}"/>
    <dgm:cxn modelId="{8C314E56-BB1E-43BE-898C-204832B6BD9C}" srcId="{47FB719B-BD97-444B-968F-E7EDBF89F771}" destId="{2B3F8FBE-5CDF-4AEB-9BB6-B54F20B9DEA9}" srcOrd="0" destOrd="0" parTransId="{A9CB6986-038F-4AA5-99D5-8F3558AF11B3}" sibTransId="{7604B6F1-9ACA-4C6C-BA67-1E7984E2F19E}"/>
    <dgm:cxn modelId="{CBB20093-1376-4B33-B9EC-DEFB0F364DEF}" type="presOf" srcId="{2B246013-AF42-45DA-8648-CADCA92F28AA}" destId="{59D9F388-B495-4E32-9E85-1BF1BFD0A2BB}" srcOrd="0" destOrd="0" presId="urn:microsoft.com/office/officeart/2018/2/layout/IconCircleList"/>
    <dgm:cxn modelId="{BF7D899E-4AB2-434E-A060-6956C20D5228}" type="presOf" srcId="{47FB719B-BD97-444B-968F-E7EDBF89F771}" destId="{90521C3D-5FF9-4033-8A6F-1D2832A07AFC}" srcOrd="0" destOrd="0" presId="urn:microsoft.com/office/officeart/2018/2/layout/IconCircleList"/>
    <dgm:cxn modelId="{B42389A1-A70D-4660-A4A0-6F35EE073A21}" type="presOf" srcId="{7604B6F1-9ACA-4C6C-BA67-1E7984E2F19E}" destId="{E5E3B4DA-752A-4C30-84EF-03CD3FEFECC3}" srcOrd="0" destOrd="0" presId="urn:microsoft.com/office/officeart/2018/2/layout/IconCircleList"/>
    <dgm:cxn modelId="{6BCDA7AA-6E27-46D8-AEB5-0B430E335C22}" type="presOf" srcId="{2B3F8FBE-5CDF-4AEB-9BB6-B54F20B9DEA9}" destId="{C3493F35-4135-4023-A23F-22665B20C182}" srcOrd="0" destOrd="0" presId="urn:microsoft.com/office/officeart/2018/2/layout/IconCircleList"/>
    <dgm:cxn modelId="{ECF6B0F1-AD36-4C32-8A40-EB67FB1BBA97}" type="presParOf" srcId="{90521C3D-5FF9-4033-8A6F-1D2832A07AFC}" destId="{1F8970E8-FFE5-44D0-AE43-EB6C9E12BAA3}" srcOrd="0" destOrd="0" presId="urn:microsoft.com/office/officeart/2018/2/layout/IconCircleList"/>
    <dgm:cxn modelId="{0048C4F0-7ABA-468E-A76A-DD84AE4D79A8}" type="presParOf" srcId="{1F8970E8-FFE5-44D0-AE43-EB6C9E12BAA3}" destId="{DA02035B-841B-4C51-A7E2-A3CB4EC38E3F}" srcOrd="0" destOrd="0" presId="urn:microsoft.com/office/officeart/2018/2/layout/IconCircleList"/>
    <dgm:cxn modelId="{8681258B-0DE7-48E7-AE15-982FE4B010D3}" type="presParOf" srcId="{DA02035B-841B-4C51-A7E2-A3CB4EC38E3F}" destId="{F840BA0D-36FA-48B6-A21A-B849BD1788EF}" srcOrd="0" destOrd="0" presId="urn:microsoft.com/office/officeart/2018/2/layout/IconCircleList"/>
    <dgm:cxn modelId="{207024C8-CB8D-4F56-95C3-FBCE4054F7CF}" type="presParOf" srcId="{DA02035B-841B-4C51-A7E2-A3CB4EC38E3F}" destId="{2EB85C94-2381-4706-AFDB-FE1E1DEB5FAF}" srcOrd="1" destOrd="0" presId="urn:microsoft.com/office/officeart/2018/2/layout/IconCircleList"/>
    <dgm:cxn modelId="{CD15BA45-D1CF-4C83-AFFB-551C9651654B}" type="presParOf" srcId="{DA02035B-841B-4C51-A7E2-A3CB4EC38E3F}" destId="{19D2F93F-DFE5-4350-8DC9-B87CD58292FD}" srcOrd="2" destOrd="0" presId="urn:microsoft.com/office/officeart/2018/2/layout/IconCircleList"/>
    <dgm:cxn modelId="{1DFF7EED-4CE1-4864-9E8E-519B9230E81D}" type="presParOf" srcId="{DA02035B-841B-4C51-A7E2-A3CB4EC38E3F}" destId="{C3493F35-4135-4023-A23F-22665B20C182}" srcOrd="3" destOrd="0" presId="urn:microsoft.com/office/officeart/2018/2/layout/IconCircleList"/>
    <dgm:cxn modelId="{F8515244-F206-429E-B518-E3544B1E0EB7}" type="presParOf" srcId="{1F8970E8-FFE5-44D0-AE43-EB6C9E12BAA3}" destId="{E5E3B4DA-752A-4C30-84EF-03CD3FEFECC3}" srcOrd="1" destOrd="0" presId="urn:microsoft.com/office/officeart/2018/2/layout/IconCircleList"/>
    <dgm:cxn modelId="{72D24466-0703-439A-95FB-9A5603B9B642}" type="presParOf" srcId="{1F8970E8-FFE5-44D0-AE43-EB6C9E12BAA3}" destId="{2DC52453-0C72-46FE-9AA8-85074D703901}" srcOrd="2" destOrd="0" presId="urn:microsoft.com/office/officeart/2018/2/layout/IconCircleList"/>
    <dgm:cxn modelId="{426FE5EE-DD4B-405D-AAD8-667B2A4A9188}" type="presParOf" srcId="{2DC52453-0C72-46FE-9AA8-85074D703901}" destId="{5CE43C5E-2268-4FCC-BBF0-7D69F31DD667}" srcOrd="0" destOrd="0" presId="urn:microsoft.com/office/officeart/2018/2/layout/IconCircleList"/>
    <dgm:cxn modelId="{A2C3C83A-456A-4152-A481-96529BE98A2B}" type="presParOf" srcId="{2DC52453-0C72-46FE-9AA8-85074D703901}" destId="{D360F272-624C-44CC-A427-1BCF0BA490DB}" srcOrd="1" destOrd="0" presId="urn:microsoft.com/office/officeart/2018/2/layout/IconCircleList"/>
    <dgm:cxn modelId="{B0D16940-59A5-4558-A4AA-DD06CE765FD6}" type="presParOf" srcId="{2DC52453-0C72-46FE-9AA8-85074D703901}" destId="{27AB492C-65E2-4FBF-9881-6BDEA6402935}" srcOrd="2" destOrd="0" presId="urn:microsoft.com/office/officeart/2018/2/layout/IconCircleList"/>
    <dgm:cxn modelId="{BA7BF4BB-B4B1-4C17-B500-C9FD0B3D1C50}" type="presParOf" srcId="{2DC52453-0C72-46FE-9AA8-85074D703901}" destId="{59D9F388-B495-4E32-9E85-1BF1BFD0A2B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EEFA1-45D7-4D1C-98EC-AA3CB1B013AC}">
      <dsp:nvSpPr>
        <dsp:cNvPr id="0" name=""/>
        <dsp:cNvSpPr/>
      </dsp:nvSpPr>
      <dsp:spPr>
        <a:xfrm>
          <a:off x="0" y="5916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7210A-2ADF-40AD-BE79-FBD60BA54A2E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7F4D0-C0BD-40AD-ABE1-7898BB77821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Network Logs            Data Preprocessing             Feature Engineering         </a:t>
          </a:r>
        </a:p>
      </dsp:txBody>
      <dsp:txXfrm>
        <a:off x="1435590" y="531"/>
        <a:ext cx="9080009" cy="1242935"/>
      </dsp:txXfrm>
    </dsp:sp>
    <dsp:sp modelId="{833FDC27-8CCF-4923-BD3B-5BF1A9738F22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FEE68-F9D1-4B07-8A0D-DA93F7DEFCB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E7DE5-2291-4E4F-A123-FFEEDAAC57D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Agentic AI            Threat Detection            Machine Learning Model  Decision Engine </a:t>
          </a:r>
        </a:p>
      </dsp:txBody>
      <dsp:txXfrm>
        <a:off x="1435590" y="1554201"/>
        <a:ext cx="9080009" cy="1242935"/>
      </dsp:txXfrm>
    </dsp:sp>
    <dsp:sp modelId="{979250BD-95D3-437C-BC9D-7F075B7C16D8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F1E3F-81E9-46E8-9F94-86766F7A278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58AD5-0874-4659-A56B-CDAC61B00E97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Autonomous Response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0BA0D-36FA-48B6-A21A-B849BD1788EF}">
      <dsp:nvSpPr>
        <dsp:cNvPr id="0" name=""/>
        <dsp:cNvSpPr/>
      </dsp:nvSpPr>
      <dsp:spPr>
        <a:xfrm>
          <a:off x="153427" y="1211445"/>
          <a:ext cx="1305511" cy="13055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85C94-2381-4706-AFDB-FE1E1DEB5FAF}">
      <dsp:nvSpPr>
        <dsp:cNvPr id="0" name=""/>
        <dsp:cNvSpPr/>
      </dsp:nvSpPr>
      <dsp:spPr>
        <a:xfrm>
          <a:off x="427585" y="1485602"/>
          <a:ext cx="757196" cy="7571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93F35-4135-4023-A23F-22665B20C182}">
      <dsp:nvSpPr>
        <dsp:cNvPr id="0" name=""/>
        <dsp:cNvSpPr/>
      </dsp:nvSpPr>
      <dsp:spPr>
        <a:xfrm>
          <a:off x="1738691" y="1211445"/>
          <a:ext cx="3077276" cy="1305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Monitor Network Traffic        Detect Threat       Analyze Pattern </a:t>
          </a:r>
          <a:br>
            <a:rPr lang="en-US" sz="2100" kern="1200" dirty="0"/>
          </a:br>
          <a:r>
            <a:rPr lang="en-US" sz="2100" kern="1200" dirty="0"/>
            <a:t> </a:t>
          </a:r>
        </a:p>
      </dsp:txBody>
      <dsp:txXfrm>
        <a:off x="1738691" y="1211445"/>
        <a:ext cx="3077276" cy="1305511"/>
      </dsp:txXfrm>
    </dsp:sp>
    <dsp:sp modelId="{5CE43C5E-2268-4FCC-BBF0-7D69F31DD667}">
      <dsp:nvSpPr>
        <dsp:cNvPr id="0" name=""/>
        <dsp:cNvSpPr/>
      </dsp:nvSpPr>
      <dsp:spPr>
        <a:xfrm>
          <a:off x="5352160" y="1211445"/>
          <a:ext cx="1305511" cy="13055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0F272-624C-44CC-A427-1BCF0BA490DB}">
      <dsp:nvSpPr>
        <dsp:cNvPr id="0" name=""/>
        <dsp:cNvSpPr/>
      </dsp:nvSpPr>
      <dsp:spPr>
        <a:xfrm>
          <a:off x="5626317" y="1485602"/>
          <a:ext cx="757196" cy="7571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9F388-B495-4E32-9E85-1BF1BFD0A2BB}">
      <dsp:nvSpPr>
        <dsp:cNvPr id="0" name=""/>
        <dsp:cNvSpPr/>
      </dsp:nvSpPr>
      <dsp:spPr>
        <a:xfrm>
          <a:off x="6937423" y="1211445"/>
          <a:ext cx="3077276" cy="1305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Respond Automatically            Decide Action </a:t>
          </a:r>
        </a:p>
      </dsp:txBody>
      <dsp:txXfrm>
        <a:off x="6937423" y="1211445"/>
        <a:ext cx="3077276" cy="1305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D169-BAE6-517F-0D72-E7D7F377E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893EB-FAE4-60E1-219B-DD151F013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5736C-28F8-92F9-553A-70926172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903FC-01CD-48D1-25C8-95126D34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8C6BE-01A1-E0C9-DC73-11808BDE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71CC-6D34-BD43-3A01-BE871731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64F3A-6CA4-F9EC-C7E0-1B7068C43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0E0B2-21A0-E44C-C47A-6C032DC1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933C7-9604-2649-2AD1-D3EBDB61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054D-7B91-080B-1845-BAA8BED0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7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D0FD-EF17-1DB2-157F-2DE0C029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868F9-06A6-94B5-5517-06402D54F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5B15F-A524-27DE-E789-877757B6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4060D-A94E-904D-09DB-47AA06CE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3BC63-30EA-0037-F0B2-0A2ED1C3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9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FC5F-9FCE-06D3-62C6-1FA2A33C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3D29-6676-4F5A-B8AA-4742F6F7C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6E8AE-5077-C05E-EA1B-1FE7BE5AD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26C96-DAEB-11D6-15EF-D1FCC2F2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CBBFD-73B6-F6D4-0DE9-0CE4608F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2AB9-839E-56FB-AD05-3B967CEB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9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81A8-B916-6BDD-AD16-D2B29E83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97080-E095-D0D4-1852-E75B6A28D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0D2E3-0108-0D16-A9A5-A861CFD99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8FDF85-6B80-4A03-6027-154EE4CB3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8BEDF-A8C6-DB07-989E-D10AC2C88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BD42A-5016-E204-3CE9-FCA200E8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B01A1-A329-B2E0-5D2A-7CAF5399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669133-A07E-961F-C4D4-2EFE65F4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46D90-9F70-39D5-78F4-F9526DAD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BC0EE-7263-5CD4-6B18-946729B1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9E959-6E7A-942C-86C5-FC58482F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6CBA9-93AE-1DFA-A27A-3CB92012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9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6D95B-84E5-A3F4-26D3-ECB46953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1E2E-BCF9-2545-866E-BA927AE2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52C08-BF87-91D9-3318-82CDDA7B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5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F7D4-879C-2C70-8825-D1A6254F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60DE-5D95-0504-297C-18D655DBF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1A253-4A13-C898-B208-226BC6389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50F1F-AA1B-8301-7EBC-AD80C226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9082D-9371-6855-509E-AD4B7B0F1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8F4C0-D472-7BA6-25B2-7F63759C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6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9067-6DD0-A231-3719-96D5DFC2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F0B40-3C6A-7B5D-E98B-679490EF9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11855-E324-56A8-D8CB-F9A07007E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87F20-89B0-3658-E804-D5B09D03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72C6E-3EF0-5C38-E8A1-4505EFF9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EF655-3538-B502-C4C2-D2676122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7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C080-BF1F-329F-79EF-CED64BAB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F0550-647D-BAA7-E84B-685687282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B40D-C7F5-C759-C7E5-78AEF33B2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A4E7-80FD-B317-84E0-C23BCDB6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B88E2-615F-A670-6A48-891A4137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8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6EFDB-8FA3-1F8A-36D5-97FB77456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9A1D0-A5BF-B606-E8A4-88A5BE2AA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C23A2-43D8-909F-9971-C88BBA66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A21F-299A-6A95-C244-7AF64852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76E84-D1C3-6C7B-379D-325965B8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20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D9A1-5478-EAFB-365D-94CA861D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B4B6F-BCBC-35B7-D8FF-E3E97CB91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6058A-C420-E6E1-6663-43AD4A1D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65823-D8A6-0382-A23D-22C8E8FDF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6C9B8-CDAF-D825-BA90-54CB230B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7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4A71A-3B28-3FBC-BA44-35D4D3F5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C86CD-542B-B792-767A-5690EA1C0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6D1D9-3E9C-A637-1615-ADC945C18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6A39F-78E1-435D-8A87-22F1ADC0D5A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EAAAD-C492-0605-E68C-66D94EA6B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B4788-DAA2-4DB0-961E-F6DE50042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3D3B6-398F-457C-A19B-084D3F96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kanishkasarangdhar44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CE825-9F29-C77D-3467-91D04829C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AutoSec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A6818-4DE5-537D-B5B3-A12E10F4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pPr algn="l"/>
            <a:r>
              <a:rPr lang="en-US" sz="2600"/>
              <a:t>Autonomous AI Cybersecurity Defense System</a:t>
            </a:r>
          </a:p>
          <a:p>
            <a:pPr algn="l"/>
            <a:r>
              <a:rPr lang="en-US" sz="2600"/>
              <a:t>Theme: Agentic AI &amp; Cybersecurity Innovation</a:t>
            </a:r>
          </a:p>
          <a:p>
            <a:pPr algn="l"/>
            <a:r>
              <a:rPr lang="en-US" sz="2600"/>
              <a:t>Author: Kanishka . A. Sarangdhar | Lovely Professional University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133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D46B0-0B1E-C237-B5E0-E75490B3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87EFA-59EB-4179-69F6-F4E4B5293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Cyberattacks are rapidly increasing across global networks.</a:t>
            </a:r>
          </a:p>
          <a:p>
            <a:r>
              <a:rPr lang="en-US" sz="2200"/>
              <a:t>Traditional security systems rely heavily on manual monitoring.</a:t>
            </a:r>
          </a:p>
          <a:p>
            <a:r>
              <a:rPr lang="en-US" sz="2200"/>
              <a:t>Security teams cannot analyze millions of logs in real time.</a:t>
            </a:r>
          </a:p>
          <a:p>
            <a:r>
              <a:rPr lang="en-US" sz="2200"/>
              <a:t>Delayed detection increases risk of data breaches and attacks.</a:t>
            </a:r>
          </a:p>
          <a:p>
            <a:r>
              <a:rPr lang="en-US" sz="2200"/>
              <a:t>Organizations require intelligent automated threat detection.</a:t>
            </a:r>
          </a:p>
        </p:txBody>
      </p:sp>
    </p:spTree>
    <p:extLst>
      <p:ext uri="{BB962C8B-B14F-4D97-AF65-F5344CB8AC3E}">
        <p14:creationId xmlns:p14="http://schemas.microsoft.com/office/powerpoint/2010/main" val="107165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ECDCC-8FB9-2D5A-E3A8-2AC88E3A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Objective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A4D9C-9AA5-A2DA-459E-E3B91E0AD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Build an AI-powered cybersecurity defense system.</a:t>
            </a:r>
          </a:p>
          <a:p>
            <a:r>
              <a:rPr lang="en-US" sz="2200"/>
              <a:t>Detect cyber threats automatically using machine learning.</a:t>
            </a:r>
          </a:p>
          <a:p>
            <a:r>
              <a:rPr lang="en-US" sz="2200"/>
              <a:t>Analyze network traffic patterns.</a:t>
            </a:r>
          </a:p>
          <a:p>
            <a:r>
              <a:rPr lang="en-US" sz="2200"/>
              <a:t>Recommend security mitigation actions using Agentic AI.</a:t>
            </a:r>
          </a:p>
          <a:p>
            <a:r>
              <a:rPr lang="en-US" sz="2200"/>
              <a:t>Reduce human workload and improve security response speed.</a:t>
            </a:r>
          </a:p>
        </p:txBody>
      </p:sp>
    </p:spTree>
    <p:extLst>
      <p:ext uri="{BB962C8B-B14F-4D97-AF65-F5344CB8AC3E}">
        <p14:creationId xmlns:p14="http://schemas.microsoft.com/office/powerpoint/2010/main" val="363558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4CA78-1F1A-AD18-61A5-CB4053901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Agentic AI?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9DA2B-B305-D1A8-EEF0-44E27A1B0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Agentic AI systems operate autonomously.</a:t>
            </a:r>
          </a:p>
          <a:p>
            <a:r>
              <a:rPr lang="en-US" sz="2200"/>
              <a:t>Observe: Collect network traffic and system logs.</a:t>
            </a:r>
          </a:p>
          <a:p>
            <a:r>
              <a:rPr lang="en-US" sz="2200"/>
              <a:t>Reason: Analyze data using machine learning models.</a:t>
            </a:r>
          </a:p>
          <a:p>
            <a:r>
              <a:rPr lang="en-US" sz="2200"/>
              <a:t>Plan: Determine the best security response.</a:t>
            </a:r>
          </a:p>
          <a:p>
            <a:r>
              <a:rPr lang="en-US" sz="2200"/>
              <a:t>Act: Execute mitigation or alert actions.</a:t>
            </a:r>
          </a:p>
        </p:txBody>
      </p:sp>
    </p:spTree>
    <p:extLst>
      <p:ext uri="{BB962C8B-B14F-4D97-AF65-F5344CB8AC3E}">
        <p14:creationId xmlns:p14="http://schemas.microsoft.com/office/powerpoint/2010/main" val="390443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C3264-7E0A-D66E-B7FE-814DF1E7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Solution: AutoSec Agent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ACCB9-405C-A2D3-E63D-BA256E694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AutoSec Agent monitors network traffic continuously.</a:t>
            </a:r>
          </a:p>
          <a:p>
            <a:r>
              <a:rPr lang="en-US" sz="2200"/>
              <a:t>Detects anomalies using machine learning models.</a:t>
            </a:r>
          </a:p>
          <a:p>
            <a:r>
              <a:rPr lang="en-US" sz="2200"/>
              <a:t>Classifies network attacks automatically.</a:t>
            </a:r>
          </a:p>
          <a:p>
            <a:r>
              <a:rPr lang="en-US" sz="2200"/>
              <a:t>Agentic AI recommends mitigation actions.</a:t>
            </a:r>
          </a:p>
          <a:p>
            <a:r>
              <a:rPr lang="en-US" sz="2200"/>
              <a:t>Provides intelligent autonomous cybersecurity defense.</a:t>
            </a:r>
          </a:p>
        </p:txBody>
      </p:sp>
    </p:spTree>
    <p:extLst>
      <p:ext uri="{BB962C8B-B14F-4D97-AF65-F5344CB8AC3E}">
        <p14:creationId xmlns:p14="http://schemas.microsoft.com/office/powerpoint/2010/main" val="4030145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ADBB-B465-8126-CDF7-8D73CD8C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B4AD0E-D2A0-A361-ADB3-F1ABD6D2A2F0}"/>
              </a:ext>
            </a:extLst>
          </p:cNvPr>
          <p:cNvCxnSpPr/>
          <p:nvPr/>
        </p:nvCxnSpPr>
        <p:spPr>
          <a:xfrm>
            <a:off x="3127248" y="2048256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B0FDD3-D468-6E5B-A06B-CEB39531F7DF}"/>
              </a:ext>
            </a:extLst>
          </p:cNvPr>
          <p:cNvCxnSpPr/>
          <p:nvPr/>
        </p:nvCxnSpPr>
        <p:spPr>
          <a:xfrm>
            <a:off x="6944868" y="2048256"/>
            <a:ext cx="832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9198C7-FD53-F4B2-7A24-C1D615CE91C1}"/>
              </a:ext>
            </a:extLst>
          </p:cNvPr>
          <p:cNvCxnSpPr/>
          <p:nvPr/>
        </p:nvCxnSpPr>
        <p:spPr>
          <a:xfrm>
            <a:off x="9262872" y="2249424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534945-615B-2913-5884-3D796ED6E4C0}"/>
              </a:ext>
            </a:extLst>
          </p:cNvPr>
          <p:cNvCxnSpPr>
            <a:cxnSpLocks/>
          </p:cNvCxnSpPr>
          <p:nvPr/>
        </p:nvCxnSpPr>
        <p:spPr>
          <a:xfrm flipH="1">
            <a:off x="6684264" y="3063240"/>
            <a:ext cx="676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5BFCED-EE48-5D68-44D8-04F848CF5082}"/>
              </a:ext>
            </a:extLst>
          </p:cNvPr>
          <p:cNvCxnSpPr>
            <a:cxnSpLocks/>
          </p:cNvCxnSpPr>
          <p:nvPr/>
        </p:nvCxnSpPr>
        <p:spPr>
          <a:xfrm flipH="1">
            <a:off x="3279648" y="3063240"/>
            <a:ext cx="676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065978-9843-ED76-9637-03DB15E8A835}"/>
              </a:ext>
            </a:extLst>
          </p:cNvPr>
          <p:cNvCxnSpPr>
            <a:cxnSpLocks/>
          </p:cNvCxnSpPr>
          <p:nvPr/>
        </p:nvCxnSpPr>
        <p:spPr>
          <a:xfrm>
            <a:off x="2304288" y="3657600"/>
            <a:ext cx="0" cy="64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ext Placeholder 2">
            <a:extLst>
              <a:ext uri="{FF2B5EF4-FFF2-40B4-BE49-F238E27FC236}">
                <a16:creationId xmlns:a16="http://schemas.microsoft.com/office/drawing/2014/main" id="{19E40D7D-24FB-021F-2032-C03D70337D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057273"/>
              </p:ext>
            </p:extLst>
          </p:nvPr>
        </p:nvGraphicFramePr>
        <p:xfrm>
          <a:off x="838200" y="180654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09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D2375-90D9-C24F-98FF-2CC49C6A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Dataset: NSL-KDD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F3104-556D-B131-35C1-96CFFCED9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Benchmark dataset for intrusion detection research.</a:t>
            </a:r>
          </a:p>
          <a:p>
            <a:r>
              <a:rPr lang="en-US" sz="2200"/>
              <a:t>Contains labeled network traffic records.</a:t>
            </a:r>
          </a:p>
          <a:p>
            <a:r>
              <a:rPr lang="en-US" sz="2200"/>
              <a:t>Attack Categories:</a:t>
            </a:r>
          </a:p>
          <a:p>
            <a:r>
              <a:rPr lang="en-US" sz="2200"/>
              <a:t>DoS Attacks (neptune, smurf)</a:t>
            </a:r>
          </a:p>
          <a:p>
            <a:r>
              <a:rPr lang="en-US" sz="2200"/>
              <a:t>Probe Attacks (satan, ipsweep)</a:t>
            </a:r>
          </a:p>
          <a:p>
            <a:r>
              <a:rPr lang="en-US" sz="2200"/>
              <a:t>R2L and U2R attacks.</a:t>
            </a:r>
          </a:p>
        </p:txBody>
      </p:sp>
    </p:spTree>
    <p:extLst>
      <p:ext uri="{BB962C8B-B14F-4D97-AF65-F5344CB8AC3E}">
        <p14:creationId xmlns:p14="http://schemas.microsoft.com/office/powerpoint/2010/main" val="193165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43699-5306-E250-4BB8-D837E3A2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Technologies Used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5FD97-0B05-0ECA-372C-AFFDB012E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Python Programming Language</a:t>
            </a:r>
          </a:p>
          <a:p>
            <a:r>
              <a:rPr lang="en-US" sz="2200"/>
              <a:t>Scikit-learn Machine Learning Library</a:t>
            </a:r>
          </a:p>
          <a:p>
            <a:r>
              <a:rPr lang="en-US" sz="2200"/>
              <a:t>Pandas for data processing</a:t>
            </a:r>
          </a:p>
          <a:p>
            <a:r>
              <a:rPr lang="en-US" sz="2200"/>
              <a:t>Matplotlib and Seaborn for visualization</a:t>
            </a:r>
          </a:p>
          <a:p>
            <a:r>
              <a:rPr lang="en-US" sz="2200"/>
              <a:t>Agentic AI logic for automated decisions.</a:t>
            </a:r>
          </a:p>
        </p:txBody>
      </p:sp>
    </p:spTree>
    <p:extLst>
      <p:ext uri="{BB962C8B-B14F-4D97-AF65-F5344CB8AC3E}">
        <p14:creationId xmlns:p14="http://schemas.microsoft.com/office/powerpoint/2010/main" val="260174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AE7AC-F189-D691-D406-47F1876B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Machine Learning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0BA6D-B83B-DD6E-BD12-B9DE423A3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Random Forest Classifier used for intrusion detection.</a:t>
            </a:r>
          </a:p>
          <a:p>
            <a:r>
              <a:rPr lang="en-US" sz="2200"/>
              <a:t>Handles large feature sets effectively.</a:t>
            </a:r>
          </a:p>
          <a:p>
            <a:r>
              <a:rPr lang="en-US" sz="2200"/>
              <a:t>Robust to noisy data.</a:t>
            </a:r>
          </a:p>
          <a:p>
            <a:r>
              <a:rPr lang="en-US" sz="2200"/>
              <a:t>Classifies normal and malicious traffic patterns.</a:t>
            </a:r>
          </a:p>
        </p:txBody>
      </p:sp>
    </p:spTree>
    <p:extLst>
      <p:ext uri="{BB962C8B-B14F-4D97-AF65-F5344CB8AC3E}">
        <p14:creationId xmlns:p14="http://schemas.microsoft.com/office/powerpoint/2010/main" val="321381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2C63567-9A18-430B-817B-152D609F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93C64-5E80-6F8C-A96F-1EB62D23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019" y="554009"/>
            <a:ext cx="4789763" cy="1662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Training Code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E2F87C3-4FD6-F7E2-DFF6-2FB78427C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3" r="4" b="4"/>
          <a:stretch>
            <a:fillRect/>
          </a:stretch>
        </p:blipFill>
        <p:spPr>
          <a:xfrm>
            <a:off x="20" y="10"/>
            <a:ext cx="3003103" cy="39128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F4AD7DB-08FD-FF0D-9253-FEC48EB45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94" r="-1" b="19692"/>
          <a:stretch>
            <a:fillRect/>
          </a:stretch>
        </p:blipFill>
        <p:spPr>
          <a:xfrm>
            <a:off x="3180257" y="10"/>
            <a:ext cx="3016307" cy="22233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4F4F0F8-4F2B-3B63-CBA6-6A070C590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25" r="-3" b="15990"/>
          <a:stretch>
            <a:fillRect/>
          </a:stretch>
        </p:blipFill>
        <p:spPr>
          <a:xfrm>
            <a:off x="-1" y="4079988"/>
            <a:ext cx="3003123" cy="27780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4EBC80-E14F-143F-5A72-5B91C026F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0" r="3" b="28565"/>
          <a:stretch>
            <a:fillRect/>
          </a:stretch>
        </p:blipFill>
        <p:spPr>
          <a:xfrm>
            <a:off x="3180256" y="2395057"/>
            <a:ext cx="3016307" cy="20553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D3D36EF-A507-6DC3-780F-364A06908A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9" r="-2" b="28931"/>
          <a:stretch>
            <a:fillRect/>
          </a:stretch>
        </p:blipFill>
        <p:spPr>
          <a:xfrm>
            <a:off x="3180257" y="4629236"/>
            <a:ext cx="3016307" cy="222876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A79D5-6580-90CA-72DF-5D090CF59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4019" y="2412009"/>
            <a:ext cx="4789763" cy="37138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model = </a:t>
            </a:r>
            <a:r>
              <a:rPr lang="en-US" sz="2000" dirty="0" err="1"/>
              <a:t>RandomForestClassifier</a:t>
            </a:r>
            <a:r>
              <a:rPr lang="en-US" sz="2000" dirty="0"/>
              <a:t>(</a:t>
            </a:r>
            <a:r>
              <a:rPr lang="en-US" sz="2000" dirty="0" err="1"/>
              <a:t>n_estimators</a:t>
            </a:r>
            <a:r>
              <a:rPr lang="en-US" sz="2000" dirty="0"/>
              <a:t>=100)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model.fit</a:t>
            </a:r>
            <a:r>
              <a:rPr lang="en-US" sz="2000" dirty="0"/>
              <a:t>(</a:t>
            </a:r>
            <a:r>
              <a:rPr lang="en-US" sz="2000" dirty="0" err="1"/>
              <a:t>X_train</a:t>
            </a:r>
            <a:r>
              <a:rPr lang="en-US" sz="2000" dirty="0"/>
              <a:t>,              </a:t>
            </a:r>
            <a:r>
              <a:rPr lang="en-US" sz="2000" dirty="0" err="1"/>
              <a:t>y_train</a:t>
            </a:r>
            <a:r>
              <a:rPr lang="en-US" sz="2000" dirty="0"/>
              <a:t>)</a:t>
            </a:r>
          </a:p>
          <a:p>
            <a:r>
              <a:rPr lang="en-US" sz="2000" dirty="0"/>
              <a:t>pred = </a:t>
            </a:r>
            <a:r>
              <a:rPr lang="en-US" sz="2000" dirty="0" err="1"/>
              <a:t>model.predict</a:t>
            </a:r>
            <a:r>
              <a:rPr lang="en-US" sz="2000" dirty="0"/>
              <a:t>(</a:t>
            </a:r>
            <a:r>
              <a:rPr lang="en-US" sz="2000" dirty="0" err="1"/>
              <a:t>X_test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024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F23A9-2B89-90BF-C087-D9BFA590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Agentic AI Decision Engine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920E5-D4F7-4900-4DC5-6FB6D86A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AI agent evaluates predicted attack type.</a:t>
            </a:r>
          </a:p>
          <a:p>
            <a:r>
              <a:rPr lang="en-US" sz="1800"/>
              <a:t>Normal traffic ? Continue monitoring.</a:t>
            </a:r>
          </a:p>
          <a:p>
            <a:r>
              <a:rPr lang="en-US" sz="1800"/>
              <a:t>DoS attack ? Block source IP.</a:t>
            </a:r>
          </a:p>
          <a:p>
            <a:r>
              <a:rPr lang="en-US" sz="1800"/>
              <a:t>Network scan ? Alert administrator.</a:t>
            </a:r>
          </a:p>
          <a:p>
            <a:r>
              <a:rPr lang="en-US" sz="1800"/>
              <a:t>Suspicious behavior ? Isolate device.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19981-DEFA-BB72-D71C-716D3C9C8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702661"/>
            <a:ext cx="6440424" cy="339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4E8F40FE-293C-453F-B8A6-427899356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0AFF0-C170-A141-157C-DE874D7D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56271"/>
            <a:ext cx="4114800" cy="16451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Visualization Results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81EABE0-FA8E-49A5-A966-F0539111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6384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56A3E26D-73B1-468C-B97B-BC1815959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40" y="2712821"/>
            <a:ext cx="3975945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BE0EC-F359-1504-BEB0-A145ABD13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942520"/>
            <a:ext cx="4114800" cy="32458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Attack Distribution Graph.</a:t>
            </a:r>
          </a:p>
          <a:p>
            <a:r>
              <a:rPr lang="en-US" sz="1800"/>
              <a:t>Confusion Matrix.</a:t>
            </a:r>
          </a:p>
          <a:p>
            <a:r>
              <a:rPr lang="en-US" sz="1800"/>
              <a:t>ROC Curve.</a:t>
            </a:r>
          </a:p>
          <a:p>
            <a:r>
              <a:rPr lang="en-US" sz="1800"/>
              <a:t>Feature Importance Analysis.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BC2832-1575-FC38-17F2-971A6A854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4343" y="601133"/>
            <a:ext cx="3108442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64D787C-BF34-D86A-ED7F-2126F40E7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9916" y="644509"/>
            <a:ext cx="3246120" cy="265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5F0524E-AC85-C975-25DA-81514C979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5502" y="3527726"/>
            <a:ext cx="3246120" cy="258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F5F53DE-8AA5-715F-C187-FAF734820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9916" y="3514217"/>
            <a:ext cx="3246120" cy="260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89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915D3-AA2D-F8C5-697A-4E84F008E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Performance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D5D66-89D2-0F82-73EB-316E811EB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6077712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Model Accuracy ˜ 99–100%</a:t>
            </a:r>
          </a:p>
          <a:p>
            <a:r>
              <a:rPr lang="en-US" sz="2200" dirty="0"/>
              <a:t>High precision and recall for major attack categories.</a:t>
            </a:r>
          </a:p>
          <a:p>
            <a:r>
              <a:rPr lang="en-US" sz="2200" dirty="0"/>
              <a:t>Low false positive rate.</a:t>
            </a:r>
          </a:p>
          <a:p>
            <a:r>
              <a:rPr lang="en-US" sz="2200" dirty="0"/>
              <a:t>Effective threat detection capability.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3ED58-FE02-C1BD-0121-E15A8D33FCAE}"/>
              </a:ext>
            </a:extLst>
          </p:cNvPr>
          <p:cNvSpPr txBox="1"/>
          <p:nvPr/>
        </p:nvSpPr>
        <p:spPr>
          <a:xfrm>
            <a:off x="8115380" y="420484"/>
            <a:ext cx="6336632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dirty="0"/>
              <a:t> precision    recall  f1-score   support</a:t>
            </a:r>
          </a:p>
          <a:p>
            <a:pPr>
              <a:spcAft>
                <a:spcPts val="600"/>
              </a:spcAft>
            </a:pP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/>
              <a:t>           0       1.00      1.00      1.00       185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 1       1.00      0.33      0.50         9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 3       1.00      0.91      0.95        11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 4       1.00      1.00      1.00         1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 5       0.99      0.99      0.99       733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 6       0.00      0.00      0.00         3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 9       1.00      1.00      1.00      8228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10       0.98      0.99      0.99       313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11       1.00      1.00      1.00     13422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12       0.00      0.00      0.00         1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13       1.00      1.00      1.00         1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14       1.00      0.93      0.96        43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15       1.00      0.99      1.00       573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16       0.00      0.00      0.00         1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17       1.00      0.99      0.99       738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18       1.00      1.00      1.00       534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19       0.00      0.00      0.00         1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20       1.00      1.00      1.00       188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21       0.99      0.98      0.98       202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       22       0.86      0.75      0.80         8</a:t>
            </a:r>
          </a:p>
          <a:p>
            <a:pPr>
              <a:spcAft>
                <a:spcPts val="600"/>
              </a:spcAft>
            </a:pP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/>
              <a:t>    accuracy                           1.00     25195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   macro avg       0.79      0.74      0.76     25195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weighted avg       1.00      1.00      1.00     25195</a:t>
            </a:r>
          </a:p>
        </p:txBody>
      </p:sp>
    </p:spTree>
    <p:extLst>
      <p:ext uri="{BB962C8B-B14F-4D97-AF65-F5344CB8AC3E}">
        <p14:creationId xmlns:p14="http://schemas.microsoft.com/office/powerpoint/2010/main" val="417354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4701-AF48-F942-08EE-5BA051E9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Cybersecurity Workflow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43C5C4AE-FD99-6FB7-3F10-825C05DA75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715429"/>
              </p:ext>
            </p:extLst>
          </p:nvPr>
        </p:nvGraphicFramePr>
        <p:xfrm>
          <a:off x="1115568" y="2448561"/>
          <a:ext cx="10168128" cy="3728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9269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9D316-81BA-DB22-9CE8-036075EF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Advantages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01678-8141-B043-26BB-FB47A1EA6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Autonomous threat detection.</a:t>
            </a:r>
          </a:p>
          <a:p>
            <a:r>
              <a:rPr lang="en-US" sz="2200"/>
              <a:t>Faster incident response.</a:t>
            </a:r>
          </a:p>
          <a:p>
            <a:r>
              <a:rPr lang="en-US" sz="2200"/>
              <a:t>Reduced human workload.</a:t>
            </a:r>
          </a:p>
          <a:p>
            <a:r>
              <a:rPr lang="en-US" sz="2200"/>
              <a:t>Scalable cybersecurity defense.</a:t>
            </a:r>
          </a:p>
        </p:txBody>
      </p:sp>
    </p:spTree>
    <p:extLst>
      <p:ext uri="{BB962C8B-B14F-4D97-AF65-F5344CB8AC3E}">
        <p14:creationId xmlns:p14="http://schemas.microsoft.com/office/powerpoint/2010/main" val="897252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8460C-5D13-267B-8F49-29B304C2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Improvements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D2CE8-41BC-8984-9DFE-A0770C2D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Real-time cybersecurity dashboard.</a:t>
            </a:r>
          </a:p>
          <a:p>
            <a:r>
              <a:rPr lang="en-US" sz="2200"/>
              <a:t>Multi-agent AI defense architecture.</a:t>
            </a:r>
          </a:p>
          <a:p>
            <a:r>
              <a:rPr lang="en-US" sz="2200"/>
              <a:t>Integration with firewall systems.</a:t>
            </a:r>
          </a:p>
          <a:p>
            <a:r>
              <a:rPr lang="en-US" sz="2200"/>
              <a:t>Generative AI for threat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702871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993B8-D045-42E8-39E9-9832FB004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4D0A0-9981-AB2B-491E-3206479CF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AutoSec Agent demonstrates autonomous cybersecurity defense.</a:t>
            </a:r>
          </a:p>
          <a:p>
            <a:r>
              <a:rPr lang="en-US" sz="2200"/>
              <a:t>Machine learning enables accurate threat detection.</a:t>
            </a:r>
          </a:p>
          <a:p>
            <a:r>
              <a:rPr lang="en-US" sz="2200"/>
              <a:t>Agentic AI enables intelligent security decisions.</a:t>
            </a:r>
          </a:p>
          <a:p>
            <a:r>
              <a:rPr lang="en-US" sz="2200"/>
              <a:t>Future cybersecurity systems will be AI-driven.</a:t>
            </a:r>
          </a:p>
        </p:txBody>
      </p:sp>
    </p:spTree>
    <p:extLst>
      <p:ext uri="{BB962C8B-B14F-4D97-AF65-F5344CB8AC3E}">
        <p14:creationId xmlns:p14="http://schemas.microsoft.com/office/powerpoint/2010/main" val="3278232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545AD-1CDB-846C-4DB5-2EA10CA10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9D997-9127-CAA5-0707-6BBEF9F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Questions? | Contact:</a:t>
            </a:r>
            <a:r>
              <a:rPr lang="fr-FR" dirty="0">
                <a:hlinkClick r:id="rId2"/>
              </a:rPr>
              <a:t>kanishkasarngdhar44@gmail.com</a:t>
            </a:r>
            <a:endParaRPr lang="en-US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7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655</Words>
  <Application>Microsoft Office PowerPoint</Application>
  <PresentationFormat>Widescreen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AutoSec Agent</vt:lpstr>
      <vt:lpstr>Problem Statement</vt:lpstr>
      <vt:lpstr>Project Objective</vt:lpstr>
      <vt:lpstr>What is Agentic AI?</vt:lpstr>
      <vt:lpstr>Proposed Solution: AutoSec Agent</vt:lpstr>
      <vt:lpstr>System Architecture</vt:lpstr>
      <vt:lpstr>Dataset: NSL-KDD</vt:lpstr>
      <vt:lpstr>Technologies Used</vt:lpstr>
      <vt:lpstr>Machine Learning Model</vt:lpstr>
      <vt:lpstr>Model Training Code</vt:lpstr>
      <vt:lpstr>Agentic AI Decision Engine</vt:lpstr>
      <vt:lpstr>Visualization Results</vt:lpstr>
      <vt:lpstr>Model Performance</vt:lpstr>
      <vt:lpstr>AI Cybersecurity Workflow</vt:lpstr>
      <vt:lpstr>Advantages</vt:lpstr>
      <vt:lpstr>Future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Kanishka Sarangdhar</dc:creator>
  <cp:lastModifiedBy>Kanishka Sarangdhar</cp:lastModifiedBy>
  <cp:revision>1</cp:revision>
  <dcterms:created xsi:type="dcterms:W3CDTF">2026-03-13T17:11:48Z</dcterms:created>
  <dcterms:modified xsi:type="dcterms:W3CDTF">2026-03-13T17:31:36Z</dcterms:modified>
</cp:coreProperties>
</file>